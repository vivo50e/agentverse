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(10 sec): Every AI agent is a hero. Every task is a boss fight. AgentVerse turns dry agent runs into real-time RPG battles you can watch, feel, and share. Built in 12 hours on Grok and the X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agent execution today is a black box. Tools like LangSmith and Langfuse give engineers dry traces — not stories. Builders can't feel why an agent succeeded or failed, and there's nothing shareable about a span tree. Observability needs a human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in one line: what if watching an agent felt like watching a boss fight? The agent is the hero. The problem is the boss. Tool calls are skill casts. This is gamified observability — not a game for its own sake.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mapping: every fullStream event becomes a battle action. Tool calls cast skills. Successes hit the boss. Failures hurt the hero. Citations are loot. The run ends in a victory or defeat report card you share to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driver: I'll give the agent a real quest. You'll see the battle play out live — Intel Summon from x_search, damage numbers, voice lines — then a shareable report card. If the network flakes, we have a recorded backup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Grok and X are the product, not a checkbox. Grok is the brain on fullStream. Native x_search is our signature skill — live X intel as combat advantage. web_search and code_execution are Forge skills. The report card closes the viral loop back to X. A fast Grok model also writes the announcer lines for TTS.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Differentiation: LangSmith-class tools are dry and engineer-only. AgentCraft is RTS multi-agent management. We own RPG persona, entertainment, and X virality — plus deep native Grok/X integration. Our moat is tone and narrative, not another trace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start as the delightful demo and observability layer for individual builders. Expand to team dashboards, multi-agent party views, and agent strength profiles. Web now; Mac desktop next via Tauri. Same buyers as observability — wider, less technical audience. No fake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AgentVerse — watch your AI agent fight. A gamified observability layer, built in 12 hours on Grok and X. We're not asking for funding numbers — we're asking you to watch the fight, share the card, and imagine this as the human layer on every agent run. Final line: every agent deserves a boss fight.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14">
              <a:alpha val="70000"/>
            </a:srgbClr>
          </a:solidFill>
          <a:ln w="12700">
            <a:solidFill>
              <a:srgbClr val="0907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822960" cy="36576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36576" cy="82296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8792" y="6364224"/>
            <a:ext cx="822960" cy="36576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95176" y="5577840"/>
            <a:ext cx="36576" cy="82296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PITCH  ·  POWERED BY GROK &amp; 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F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your AI agent fight.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10896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  HP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4005072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2A2448"/>
          </a:solidFill>
          <a:ln w="9525">
            <a:solidFill>
              <a:srgbClr val="3D3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4005072"/>
            <a:ext cx="1649578" cy="164592"/>
          </a:xfrm>
          <a:prstGeom prst="roundRect">
            <a:avLst>
              <a:gd name="adj" fmla="val 22222"/>
            </a:avLst>
          </a:prstGeom>
          <a:solidFill>
            <a:srgbClr val="57D9A3"/>
          </a:solidFill>
          <a:ln w="12700">
            <a:solidFill>
              <a:srgbClr val="57D9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BOSS  HP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4005072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2A2448"/>
          </a:solidFill>
          <a:ln w="9525">
            <a:solidFill>
              <a:srgbClr val="3D35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4005072"/>
            <a:ext cx="512064" cy="164592"/>
          </a:xfrm>
          <a:prstGeom prst="roundRect">
            <a:avLst>
              <a:gd name="adj" fmla="val 22222"/>
            </a:avLst>
          </a:prstGeom>
          <a:solidFill>
            <a:srgbClr val="FF6B81"/>
          </a:solidFill>
          <a:ln w="12700">
            <a:solidFill>
              <a:srgbClr val="FF6B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gamified observability layer for AI agents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0714"/>
          </a:solidFill>
          <a:ln w="12700">
            <a:solidFill>
              <a:srgbClr val="090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202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  ×  X  ·  HACKATHON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8320" y="6620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12H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black boxes.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them work is opaque, boring, and built only for engineers.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11680"/>
            <a:ext cx="64008" cy="3291840"/>
          </a:xfrm>
          <a:prstGeom prst="rect">
            <a:avLst/>
          </a:prstGeom>
          <a:solidFill>
            <a:srgbClr val="FF6B81"/>
          </a:solidFill>
          <a:ln w="12700">
            <a:solidFill>
              <a:srgbClr val="FF6B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6B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DRY LOGS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&amp; spans for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only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span.timeout  err=null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2011680"/>
            <a:ext cx="64008" cy="3291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STORY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3200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feel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failed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4663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span.timeout  err=null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20116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2440" y="2011680"/>
            <a:ext cx="64008" cy="329184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UNSHAREABLE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3200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retweets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LangSmith trace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12480" y="4663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span.timeout  err=null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THE IDEA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0714"/>
          </a:solidFill>
          <a:ln w="12700">
            <a:solidFill>
              <a:srgbClr val="090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202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  ×  X  ·  HACKATHON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8320" y="6620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12H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your agent fight?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463040" y="3657600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16122A"/>
          </a:solidFill>
          <a:ln w="19050">
            <a:solidFill>
              <a:srgbClr val="57D9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57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 →  HERO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657600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16122A"/>
          </a:solidFill>
          <a:ln w="19050">
            <a:solidFill>
              <a:srgbClr val="FF6B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6B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 →  BOSS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3657600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16122A"/>
          </a:solidFill>
          <a:ln w="19050">
            <a:solidFill>
              <a:srgbClr val="7C5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 →  SKILLS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754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toy game — a human-friendly window into agent execution.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PRODUCT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0714"/>
          </a:solidFill>
          <a:ln w="12700">
            <a:solidFill>
              <a:srgbClr val="090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202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  ×  X  ·  HACKATHON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8320" y="6620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12H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is a battle.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536192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C1733"/>
          </a:solidFill>
          <a:ln w="12700">
            <a:solidFill>
              <a:srgbClr val="3D3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27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89120" y="1536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CAST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x_search / code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22402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404872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C1733"/>
          </a:solidFill>
          <a:ln w="12700">
            <a:solidFill>
              <a:srgbClr val="3D3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96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tool-result ok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7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389120" y="2404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/ CRIT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 HP drops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10896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273552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C1733"/>
          </a:solidFill>
          <a:ln w="12700">
            <a:solidFill>
              <a:srgbClr val="3D35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/ retry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389120" y="3273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 DAMAGE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0" y="33101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HP drops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39776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142232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C1733"/>
          </a:solidFill>
          <a:ln w="12700">
            <a:solidFill>
              <a:srgbClr val="3D35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33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49040" y="4160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389120" y="4142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0" y="4178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drops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02920" y="484632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010912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C1733"/>
          </a:solidFill>
          <a:ln w="12700">
            <a:solidFill>
              <a:srgbClr val="3D35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102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49040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389120" y="5010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CARD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72400" y="50474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to X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LIVE DEMO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0714"/>
          </a:solidFill>
          <a:ln w="12700">
            <a:solidFill>
              <a:srgbClr val="090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202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  ×  X  ·  HACKATHON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8320" y="6620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12H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quest. One fight. One card.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agent a real task — research, debug, or ship a plan.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1463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HP bars, skill casts, crits, and voice narration live.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1463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6676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6676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Victory card drops. One tap shares the run to X.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GROK  &amp;  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0714"/>
          </a:solidFill>
          <a:ln w="12700">
            <a:solidFill>
              <a:srgbClr val="090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202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  ×  X  ·  HACKATHON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8320" y="6620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12H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Grok &amp; X.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bolted on — the entire battle runs on native Grok tools.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737360"/>
            <a:ext cx="64008" cy="196596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fullStream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brain via Vercel AI SDK + @ai-sdk/xai. Every event drives the fight.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737360"/>
            <a:ext cx="64008" cy="1965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Intel Summon 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2788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x_search pulls live X posts as real-time intel — only X enables this.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886200"/>
            <a:ext cx="64008" cy="1965960"/>
          </a:xfrm>
          <a:prstGeom prst="rect">
            <a:avLst/>
          </a:prstGeom>
          <a:solidFill>
            <a:srgbClr val="57D9A3"/>
          </a:solidFill>
          <a:ln w="12700">
            <a:solidFill>
              <a:srgbClr val="57D9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7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web_search · Forge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937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web_search + code_execution cast as in-game skills. Success = damage.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388620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3886200"/>
            <a:ext cx="64008" cy="1965960"/>
          </a:xfrm>
          <a:prstGeom prst="rect">
            <a:avLst/>
          </a:prstGeom>
          <a:solidFill>
            <a:srgbClr val="FF6B81"/>
          </a:solidFill>
          <a:ln w="12700">
            <a:solidFill>
              <a:srgbClr val="FF6B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6B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VIRAL LOOP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to X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29400" y="4937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report card posts to X. Demo → share → more demos.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DIFFERENTIATION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0714"/>
          </a:solidFill>
          <a:ln w="12700">
            <a:solidFill>
              <a:srgbClr val="090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202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  ×  X  ·  HACKATHON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8320" y="6620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12H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Tone, narrative, shareability.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194560" cy="502920"/>
          </a:xfrm>
          <a:prstGeom prst="rect">
            <a:avLst/>
          </a:prstGeom>
          <a:solidFill>
            <a:srgbClr val="1C1733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1371600"/>
            <a:ext cx="2926080" cy="502920"/>
          </a:xfrm>
          <a:prstGeom prst="rect">
            <a:avLst/>
          </a:prstGeom>
          <a:solidFill>
            <a:srgbClr val="1C1733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 tools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1371600"/>
            <a:ext cx="2926080" cy="502920"/>
          </a:xfrm>
          <a:prstGeom prst="rect">
            <a:avLst/>
          </a:prstGeom>
          <a:solidFill>
            <a:srgbClr val="1C1733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AgentCraft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9640" y="1371600"/>
            <a:ext cx="3108960" cy="502920"/>
          </a:xfrm>
          <a:prstGeom prst="rect">
            <a:avLst/>
          </a:prstGeom>
          <a:solidFill>
            <a:srgbClr val="7C5CFF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74520"/>
            <a:ext cx="219456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187452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0756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/ graphs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0" y="187452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0756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 management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49640" y="1874520"/>
            <a:ext cx="3108960" cy="777240"/>
          </a:xfrm>
          <a:prstGeom prst="rect">
            <a:avLst/>
          </a:prstGeom>
          <a:solidFill>
            <a:srgbClr val="1A1440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2075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 battle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2651760"/>
            <a:ext cx="219456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52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265176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2852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only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23560" y="265176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2852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Experimenters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49640" y="2651760"/>
            <a:ext cx="3108960" cy="777240"/>
          </a:xfrm>
          <a:prstGeom prst="rect">
            <a:avLst/>
          </a:prstGeom>
          <a:solidFill>
            <a:srgbClr val="1A1440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2852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 + fans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2920" y="3429000"/>
            <a:ext cx="219456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630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97480" y="342900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630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/ clinical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23560" y="342900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3630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sim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549640" y="3429000"/>
            <a:ext cx="3108960" cy="777240"/>
          </a:xfrm>
          <a:prstGeom prst="rect">
            <a:avLst/>
          </a:prstGeom>
          <a:solidFill>
            <a:srgbClr val="1A1440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3630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+ juice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" y="4206240"/>
            <a:ext cx="219456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407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Virality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697480" y="420624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4407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623560" y="420624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4407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549640" y="4206240"/>
            <a:ext cx="3108960" cy="777240"/>
          </a:xfrm>
          <a:prstGeom prst="rect">
            <a:avLst/>
          </a:prstGeom>
          <a:solidFill>
            <a:srgbClr val="1A1440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44074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Share-to-X card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02920" y="4983480"/>
            <a:ext cx="219456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5184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 Grok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97480" y="498348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97480" y="51846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623560" y="4983480"/>
            <a:ext cx="2926080" cy="777240"/>
          </a:xfrm>
          <a:prstGeom prst="rect">
            <a:avLst/>
          </a:prstGeom>
          <a:solidFill>
            <a:srgbClr val="16122A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51846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549640" y="4983480"/>
            <a:ext cx="3108960" cy="777240"/>
          </a:xfrm>
          <a:prstGeom prst="rect">
            <a:avLst/>
          </a:prstGeom>
          <a:solidFill>
            <a:srgbClr val="1A1440"/>
          </a:solidFill>
          <a:ln w="9525">
            <a:solidFill>
              <a:srgbClr val="2A24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49640" y="5184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deep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VISION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0714"/>
          </a:solidFill>
          <a:ln w="12700">
            <a:solidFill>
              <a:srgbClr val="090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202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6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GROK  ×  X  ·  HACKATHON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8320" y="6620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12H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now. Universe later.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691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57D9A3"/>
          </a:solidFill>
          <a:ln w="12700">
            <a:solidFill>
              <a:srgbClr val="57D9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Delight wedge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Solo builders &amp; agent demos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Web app MVP live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Shareable battle cards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691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layer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Watch-your-agents dashboards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Multi-agent party views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4023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Mac desktop via Tauri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92440" y="141732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6122A"/>
          </a:solidFill>
          <a:ln w="15875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66760" y="1691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667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profiles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6676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Strength / skill radar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66760" y="3520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Pick &amp; tune agents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66760" y="4023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Broader than eng-only tools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36576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36576" cy="82296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AGENTVERSE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your AI agent fight.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observability for AI agents — built in 12 hours on Grok &amp; X.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26080" y="3749040"/>
            <a:ext cx="6309360" cy="1371600"/>
          </a:xfrm>
          <a:prstGeom prst="roundRect">
            <a:avLst>
              <a:gd name="adj" fmla="val 6667"/>
            </a:avLst>
          </a:prstGeom>
          <a:solidFill>
            <a:srgbClr val="16122A"/>
          </a:solidFill>
          <a:ln w="15875">
            <a:solidFill>
              <a:srgbClr val="7C5C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40233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7C5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WATCH AGENTS FIGHT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45720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live  ·  Share the card  ·  Ship the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deserves a boss fight.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AgentVerse — Hackathon Pitch</dc:title>
  <dc:subject>Gamified observability for AI agents, powered by Grok &amp; X</dc:subject>
  <dc:creator>AgentVerse</dc:creator>
  <cp:lastModifiedBy>AgentVerse</cp:lastModifiedBy>
  <cp:revision>1</cp:revision>
  <dcterms:created xsi:type="dcterms:W3CDTF">2026-08-08T19:51:25Z</dcterms:created>
  <dcterms:modified xsi:type="dcterms:W3CDTF">2026-08-08T19:51:25Z</dcterms:modified>
</cp:coreProperties>
</file>